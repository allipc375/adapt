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53872C-3C25-4BC6-82FA-DCC27AEEF83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en-US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897015-39A1-494E-A6A4-E339E1C34E62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BDD6D0-A019-46A5-9C9D-667CC730A991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F2AF5D-37C3-411C-B159-D26B895B998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A475BA-58DC-411E-A263-004BDC85B45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A7E367-82FA-4AD6-8B86-3FCE08AC748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6D5066-00F4-4FBA-841D-2BF9FBEE5F3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9999"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1C8F73D-EF38-4E4A-98BE-94B0C80671E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1C4A613-D4B2-4FA4-9AAF-8D3E3AC9925B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indent="0" algn="l">
              <a:buNone/>
              <a:def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794CE2F-5301-4038-AF16-940AB771527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20D7D8-2AD5-4094-A674-B0DF3C4AA5A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w3.org/TR/WCAG22/" TargetMode="External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"/>
                <a:ea typeface="Arial"/>
              </a:rPr>
              <a:t>Ally pptx Testing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Arial"/>
                <a:ea typeface="Arial"/>
              </a:rPr>
              <a:t>First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Heading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7828920" cy="173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This is a test for pptx documents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Google Shape;62;p14" descr="Red apple"/>
          <p:cNvPicPr/>
          <p:nvPr/>
        </p:nvPicPr>
        <p:blipFill>
          <a:blip r:embed="rId1"/>
          <a:stretch/>
        </p:blipFill>
        <p:spPr>
          <a:xfrm>
            <a:off x="3208320" y="2181960"/>
            <a:ext cx="2389680" cy="243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Table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Google Shape;69;p15"/>
          <p:cNvGraphicFramePr/>
          <p:nvPr/>
        </p:nvGraphicFramePr>
        <p:xfrm>
          <a:off x="952560" y="2190600"/>
          <a:ext cx="7238520" cy="1765080"/>
        </p:xfrm>
        <a:graphic>
          <a:graphicData uri="http://schemas.openxmlformats.org/drawingml/2006/table">
            <a:tbl>
              <a:tblPr/>
              <a:tblGrid>
                <a:gridCol w="2412720"/>
                <a:gridCol w="2412720"/>
                <a:gridCol w="2412720"/>
              </a:tblGrid>
              <a:tr h="59580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Num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Day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Color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  <a:tr h="573120"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Sun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tIns="91080" r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blue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 marT="91080" marB="91080">
                    <a:lnL w="9360">
                      <a:solidFill>
                        <a:srgbClr val="9E9E9E"/>
                      </a:solidFill>
                      <a:prstDash val="solid"/>
                    </a:lnL>
                    <a:lnR w="9360">
                      <a:solidFill>
                        <a:srgbClr val="9E9E9E"/>
                      </a:solidFill>
                      <a:prstDash val="solid"/>
                    </a:lnR>
                    <a:lnT w="9360">
                      <a:solidFill>
                        <a:srgbClr val="9E9E9E"/>
                      </a:solidFill>
                      <a:prstDash val="solid"/>
                    </a:lnT>
                    <a:lnB w="9360">
                      <a:solidFill>
                        <a:srgbClr val="9E9E9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List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43080" algn="l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Hello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Three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lang="en" sz="18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n" sz="1800" b="0" u="sng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  <a:hlinkClick r:id="rId1"/>
              </a:rPr>
              <a:t>Visit the accessibility guidelines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LibreOffice/26.2.0.3$Windows_X86_64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2026-03-26T22:52:12Z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
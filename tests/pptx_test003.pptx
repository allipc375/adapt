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394BB-613B-4213-A9C2-BEF022705DC1}" v="8" dt="2026-03-13T12:10:16.958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Ally pptx Testing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97" y="2282882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2;p14">
            <a:extLst>
              <a:ext uri="{FF2B5EF4-FFF2-40B4-BE49-F238E27FC236}">
                <a16:creationId xmlns:a16="http://schemas.microsoft.com/office/drawing/2014/main" id="{2CD62D57-400F-8C5B-3452-2F303BF967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429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2;p14">
            <a:extLst>
              <a:ext uri="{FF2B5EF4-FFF2-40B4-BE49-F238E27FC236}">
                <a16:creationId xmlns:a16="http://schemas.microsoft.com/office/drawing/2014/main" id="{5F241A63-B788-D902-3387-FDCCAE6C9D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021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</cp:revision>
  <dcterms:modified xsi:type="dcterms:W3CDTF">2026-03-13T12:10:28Z</dcterms:modified>
</cp:coreProperties>
</file>
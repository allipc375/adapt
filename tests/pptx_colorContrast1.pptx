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CDFB8-1C4D-434B-92B9-D7FE18BB90D9}" v="10" dt="2026-03-13T13:14:02.176"/>
  </p1510:revLst>
</p1510:revInfo>
</file>

<file path=ppt/tableStyles.xml><?xml version="1.0" encoding="utf-8"?>
<a:tblStyleLst xmlns:a="http://schemas.openxmlformats.org/drawingml/2006/main" def="{D8BF9287-7D44-4EEC-84ED-78ADA618BECA}">
  <a:tblStyle styleId="{D8BF9287-7D44-4EEC-84ED-78ADA618B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dfabf3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dfabf3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dfabf31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dfabf31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dfabf31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dfabf31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edfabf31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edfabf31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Ally pptx Testing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First slide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Heading slide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829400" cy="17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This is a test for pptx documents</a:t>
            </a:r>
            <a:endParaRPr/>
          </a:p>
        </p:txBody>
      </p:sp>
      <p:pic>
        <p:nvPicPr>
          <p:cNvPr id="62" name="Google Shape;62;p14" descr="Red ap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175" y="2181800"/>
            <a:ext cx="2390199" cy="24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slide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312114165"/>
              </p:ext>
            </p:extLst>
          </p:nvPr>
        </p:nvGraphicFramePr>
        <p:xfrm>
          <a:off x="952500" y="2190750"/>
          <a:ext cx="7239000" cy="1765524"/>
        </p:xfrm>
        <a:graphic>
          <a:graphicData uri="http://schemas.openxmlformats.org/drawingml/2006/table">
            <a:tbl>
              <a:tblPr firstRow="1">
                <a:noFill/>
                <a:tableStyleId>{D8BF9287-7D44-4EEC-84ED-78ADA618BECA}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124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Num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Day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Color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6079711"/>
                  </a:ext>
                </a:extLst>
              </a:tr>
              <a:tr h="596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7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red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4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Sun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blue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slide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Hello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slide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Visit the accessibility guidelines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Simple Light</vt:lpstr>
      <vt:lpstr>Ally pptx Testing</vt:lpstr>
      <vt:lpstr>Heading slide</vt:lpstr>
      <vt:lpstr>Table slide</vt:lpstr>
      <vt:lpstr>List slide</vt:lpstr>
      <vt:lpstr>Link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13</cp:revision>
  <dcterms:modified xsi:type="dcterms:W3CDTF">2026-03-13T13:14:36Z</dcterms:modified>
</cp:coreProperties>
</file>
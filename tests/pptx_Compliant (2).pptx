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D90C7B3-9167-41F9-808B-256BB7228B7E}" v="77" dt="2026-03-11T05:56:58.706"/>
  </p1510:revLst>
</p1510:revInfo>
</file>

<file path=ppt/tableStyles.xml><?xml version="1.0" encoding="utf-8"?>
<a:tblStyleLst xmlns:a="http://schemas.openxmlformats.org/drawingml/2006/main" def="{D8BF9287-7D44-4EEC-84ED-78ADA618BECA}">
  <a:tblStyle styleId="{D8BF9287-7D44-4EEC-84ED-78ADA618BECA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1620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cedfabf313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cedfabf313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cedfabf313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cedfabf313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cedfabf313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cedfabf313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cedfabf313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cedfabf313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w3.org/TR/WCAG22/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Ally pptx Testing</a:t>
            </a:r>
            <a:endParaRPr/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First slide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Heading slide</a:t>
            </a:r>
            <a:endParaRPr/>
          </a:p>
        </p:txBody>
      </p:sp>
      <p:sp>
        <p:nvSpPr>
          <p:cNvPr id="61" name="Google Shape;61;p1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7829400" cy="174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This is a test for pptx documents</a:t>
            </a:r>
            <a:endParaRPr/>
          </a:p>
        </p:txBody>
      </p:sp>
      <p:pic>
        <p:nvPicPr>
          <p:cNvPr id="62" name="Google Shape;62;p14" descr="Red apple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08175" y="2181800"/>
            <a:ext cx="2390199" cy="24305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Table slide</a:t>
            </a:r>
            <a:endParaRPr/>
          </a:p>
        </p:txBody>
      </p:sp>
      <p:sp>
        <p:nvSpPr>
          <p:cNvPr id="68" name="Google Shape;68;p1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graphicFrame>
        <p:nvGraphicFramePr>
          <p:cNvPr id="69" name="Google Shape;69;p15"/>
          <p:cNvGraphicFramePr/>
          <p:nvPr>
            <p:extLst>
              <p:ext uri="{D42A27DB-BD31-4B8C-83A1-F6EECF244321}">
                <p14:modId xmlns:p14="http://schemas.microsoft.com/office/powerpoint/2010/main" val="2312114165"/>
              </p:ext>
            </p:extLst>
          </p:nvPr>
        </p:nvGraphicFramePr>
        <p:xfrm>
          <a:off x="952500" y="2190750"/>
          <a:ext cx="7239000" cy="1765524"/>
        </p:xfrm>
        <a:graphic>
          <a:graphicData uri="http://schemas.openxmlformats.org/drawingml/2006/table">
            <a:tbl>
              <a:tblPr firstRow="1">
                <a:noFill/>
                <a:tableStyleId>{D8BF9287-7D44-4EEC-84ED-78ADA618BECA}</a:tableStyleId>
              </a:tblPr>
              <a:tblGrid>
                <a:gridCol w="241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1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1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96124"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/>
                        <a:t>Num</a:t>
                      </a: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/>
                        <a:t>Day </a:t>
                      </a: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/>
                        <a:t>Color</a:t>
                      </a: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26079711"/>
                  </a:ext>
                </a:extLst>
              </a:tr>
              <a:tr h="5961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/>
                        <a:t>7</a:t>
                      </a: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/>
                        <a:t>Mon</a:t>
                      </a: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/>
                        <a:t>red</a:t>
                      </a: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32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/>
                        <a:t>4</a:t>
                      </a:r>
                      <a:endParaRPr dirty="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/>
                        <a:t>Sun</a:t>
                      </a:r>
                      <a:endParaRPr dirty="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/>
                        <a:t>blue</a:t>
                      </a:r>
                      <a:endParaRPr dirty="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List slide</a:t>
            </a:r>
            <a:endParaRPr/>
          </a:p>
        </p:txBody>
      </p:sp>
      <p:sp>
        <p:nvSpPr>
          <p:cNvPr id="75" name="Google Shape;75;p1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Hello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Three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Test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Link slide</a:t>
            </a:r>
            <a:endParaRPr/>
          </a:p>
        </p:txBody>
      </p:sp>
      <p:sp>
        <p:nvSpPr>
          <p:cNvPr id="81" name="Google Shape;81;p1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Visit the accessibility guidelines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On-screen Show (16:9)</PresentationFormat>
  <Slides>5</Slides>
  <Notes>5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Simple Light</vt:lpstr>
      <vt:lpstr>Ally pptx Testing</vt:lpstr>
      <vt:lpstr>Heading slide</vt:lpstr>
      <vt:lpstr>Table slide</vt:lpstr>
      <vt:lpstr>List slide</vt:lpstr>
      <vt:lpstr>Link slide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revision>6</cp:revision>
  <dcterms:modified xsi:type="dcterms:W3CDTF">2026-03-11T05:57:26Z</dcterms:modified>
</cp:coreProperties>
</file>